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&amp;w=3840&amp;q=75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33" r:id="rId5"/>
    <p:sldId id="360" r:id="rId6"/>
    <p:sldId id="338" r:id="rId7"/>
    <p:sldId id="362" r:id="rId8"/>
    <p:sldId id="299" r:id="rId9"/>
    <p:sldId id="304" r:id="rId10"/>
    <p:sldId id="364" r:id="rId11"/>
    <p:sldId id="343" r:id="rId12"/>
    <p:sldId id="370" r:id="rId13"/>
    <p:sldId id="300" r:id="rId14"/>
    <p:sldId id="366" r:id="rId15"/>
    <p:sldId id="303" r:id="rId16"/>
    <p:sldId id="351" r:id="rId17"/>
    <p:sldId id="354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35" autoAdjust="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7CC11C-795A-4E6E-A3E0-9E4A88B16E7E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098DC9C-1E9E-42C9-9C12-7C06494E9081}">
      <dgm:prSet phldrT="[Text]"/>
      <dgm:spPr/>
      <dgm:t>
        <a:bodyPr/>
        <a:lstStyle/>
        <a:p>
          <a:pPr>
            <a:buNone/>
          </a:pPr>
          <a:r>
            <a:rPr lang="en-IN" dirty="0"/>
            <a:t>Client Work Request</a:t>
          </a:r>
        </a:p>
      </dgm:t>
    </dgm:pt>
    <dgm:pt modelId="{C30CAFFC-5C19-45BF-BCD1-E6F5CCDA2A54}" type="parTrans" cxnId="{5525C549-F5ED-4DB1-AE4C-91454B139D0D}">
      <dgm:prSet/>
      <dgm:spPr/>
      <dgm:t>
        <a:bodyPr/>
        <a:lstStyle/>
        <a:p>
          <a:endParaRPr lang="en-IN"/>
        </a:p>
      </dgm:t>
    </dgm:pt>
    <dgm:pt modelId="{60CF7649-0010-4C28-9B19-C8BDD0D1E327}" type="sibTrans" cxnId="{5525C549-F5ED-4DB1-AE4C-91454B139D0D}">
      <dgm:prSet/>
      <dgm:spPr/>
      <dgm:t>
        <a:bodyPr/>
        <a:lstStyle/>
        <a:p>
          <a:endParaRPr lang="en-IN"/>
        </a:p>
      </dgm:t>
    </dgm:pt>
    <dgm:pt modelId="{164B8745-7800-4BCC-A871-C4567EEA0CCD}">
      <dgm:prSet phldrT="[Text]"/>
      <dgm:spPr/>
      <dgm:t>
        <a:bodyPr/>
        <a:lstStyle/>
        <a:p>
          <a:pPr>
            <a:buNone/>
          </a:pPr>
          <a:r>
            <a:rPr lang="en-IN" dirty="0"/>
            <a:t>AI Planner</a:t>
          </a:r>
        </a:p>
      </dgm:t>
    </dgm:pt>
    <dgm:pt modelId="{D231D9BF-0396-415E-87FF-15242C204973}" type="parTrans" cxnId="{5DC1C3F5-9358-417E-B10E-F7FE3AA799E9}">
      <dgm:prSet/>
      <dgm:spPr/>
      <dgm:t>
        <a:bodyPr/>
        <a:lstStyle/>
        <a:p>
          <a:endParaRPr lang="en-IN"/>
        </a:p>
      </dgm:t>
    </dgm:pt>
    <dgm:pt modelId="{864B9A63-A61E-4FBF-922F-628251E3BA53}" type="sibTrans" cxnId="{5DC1C3F5-9358-417E-B10E-F7FE3AA799E9}">
      <dgm:prSet/>
      <dgm:spPr/>
      <dgm:t>
        <a:bodyPr/>
        <a:lstStyle/>
        <a:p>
          <a:endParaRPr lang="en-IN"/>
        </a:p>
      </dgm:t>
    </dgm:pt>
    <dgm:pt modelId="{11A68E6C-B1DD-467D-8CAA-D701719F9839}">
      <dgm:prSet phldrT="[Text]"/>
      <dgm:spPr/>
      <dgm:t>
        <a:bodyPr/>
        <a:lstStyle/>
        <a:p>
          <a:pPr>
            <a:buNone/>
          </a:pPr>
          <a:r>
            <a:rPr lang="en-IN" dirty="0"/>
            <a:t>Admin Review</a:t>
          </a:r>
        </a:p>
      </dgm:t>
    </dgm:pt>
    <dgm:pt modelId="{730DA5D0-9A9A-4D9A-B706-137A8041E25E}" type="parTrans" cxnId="{FEE66C69-A2B6-4180-9228-BEFBC17C768D}">
      <dgm:prSet/>
      <dgm:spPr/>
      <dgm:t>
        <a:bodyPr/>
        <a:lstStyle/>
        <a:p>
          <a:endParaRPr lang="en-IN"/>
        </a:p>
      </dgm:t>
    </dgm:pt>
    <dgm:pt modelId="{E4BC9D5D-54C9-4C72-9D37-DE7C4FC6F685}" type="sibTrans" cxnId="{FEE66C69-A2B6-4180-9228-BEFBC17C768D}">
      <dgm:prSet/>
      <dgm:spPr/>
      <dgm:t>
        <a:bodyPr/>
        <a:lstStyle/>
        <a:p>
          <a:endParaRPr lang="en-IN"/>
        </a:p>
      </dgm:t>
    </dgm:pt>
    <dgm:pt modelId="{04B199F8-CD7E-4D55-9A64-3457F4E28431}">
      <dgm:prSet phldrT="[Text]"/>
      <dgm:spPr/>
      <dgm:t>
        <a:bodyPr/>
        <a:lstStyle/>
        <a:p>
          <a:pPr>
            <a:buNone/>
          </a:pPr>
          <a:r>
            <a:rPr lang="en-IN" dirty="0"/>
            <a:t>Project </a:t>
          </a:r>
          <a:r>
            <a:rPr lang="en-IN" dirty="0" err="1"/>
            <a:t>Kickoff</a:t>
          </a:r>
          <a:endParaRPr lang="en-IN" dirty="0"/>
        </a:p>
      </dgm:t>
    </dgm:pt>
    <dgm:pt modelId="{493D8BE9-8F06-462B-A088-A51F682553B7}" type="parTrans" cxnId="{7786DF39-E885-4A1B-B7BA-B799F6F4FD6C}">
      <dgm:prSet/>
      <dgm:spPr/>
      <dgm:t>
        <a:bodyPr/>
        <a:lstStyle/>
        <a:p>
          <a:endParaRPr lang="en-IN"/>
        </a:p>
      </dgm:t>
    </dgm:pt>
    <dgm:pt modelId="{84BFCCEF-1622-4D92-ABEC-C6E0B98A76FF}" type="sibTrans" cxnId="{7786DF39-E885-4A1B-B7BA-B799F6F4FD6C}">
      <dgm:prSet/>
      <dgm:spPr/>
      <dgm:t>
        <a:bodyPr/>
        <a:lstStyle/>
        <a:p>
          <a:endParaRPr lang="en-IN"/>
        </a:p>
      </dgm:t>
    </dgm:pt>
    <dgm:pt modelId="{79D2C4C8-7690-4001-A205-566450FF1F42}">
      <dgm:prSet phldrT="[Text]"/>
      <dgm:spPr/>
      <dgm:t>
        <a:bodyPr/>
        <a:lstStyle/>
        <a:p>
          <a:pPr>
            <a:buNone/>
          </a:pPr>
          <a:r>
            <a:rPr lang="en-IN" dirty="0"/>
            <a:t>Production &amp; Delivery</a:t>
          </a:r>
        </a:p>
      </dgm:t>
    </dgm:pt>
    <dgm:pt modelId="{4B25EA8B-56BF-4897-9EE6-6C3215C9B592}" type="parTrans" cxnId="{E84C6457-6B0D-4936-99FA-694F15F6E570}">
      <dgm:prSet/>
      <dgm:spPr/>
      <dgm:t>
        <a:bodyPr/>
        <a:lstStyle/>
        <a:p>
          <a:endParaRPr lang="en-IN"/>
        </a:p>
      </dgm:t>
    </dgm:pt>
    <dgm:pt modelId="{3A08C2E9-ADEA-4C12-8175-8614BD27B66E}" type="sibTrans" cxnId="{E84C6457-6B0D-4936-99FA-694F15F6E570}">
      <dgm:prSet/>
      <dgm:spPr/>
      <dgm:t>
        <a:bodyPr/>
        <a:lstStyle/>
        <a:p>
          <a:endParaRPr lang="en-IN"/>
        </a:p>
      </dgm:t>
    </dgm:pt>
    <dgm:pt modelId="{C7CD8D47-F613-44E9-8D81-8DC9AADD3DF5}">
      <dgm:prSet phldrT="[Text]" phldr="0"/>
      <dgm:spPr/>
      <dgm:t>
        <a:bodyPr/>
        <a:lstStyle/>
        <a:p>
          <a:r>
            <a:rPr lang="en-IN" dirty="0"/>
            <a:t>Client Review</a:t>
          </a:r>
        </a:p>
      </dgm:t>
    </dgm:pt>
    <dgm:pt modelId="{7D89EB8F-4886-4AB7-85D6-D9DF3816D5D7}" type="parTrans" cxnId="{7796BAD3-5610-446E-BEAA-8E98636C2E7E}">
      <dgm:prSet/>
      <dgm:spPr/>
      <dgm:t>
        <a:bodyPr/>
        <a:lstStyle/>
        <a:p>
          <a:endParaRPr lang="en-IN"/>
        </a:p>
      </dgm:t>
    </dgm:pt>
    <dgm:pt modelId="{13558A76-C1FF-40D1-A2AC-00AF1AD7EE80}" type="sibTrans" cxnId="{7796BAD3-5610-446E-BEAA-8E98636C2E7E}">
      <dgm:prSet/>
      <dgm:spPr/>
      <dgm:t>
        <a:bodyPr/>
        <a:lstStyle/>
        <a:p>
          <a:endParaRPr lang="en-IN"/>
        </a:p>
      </dgm:t>
    </dgm:pt>
    <dgm:pt modelId="{76D9A8D5-417F-46CD-A6C0-9123167BAB00}">
      <dgm:prSet phldrT="[Text]"/>
      <dgm:spPr/>
      <dgm:t>
        <a:bodyPr/>
        <a:lstStyle/>
        <a:p>
          <a:pPr>
            <a:buNone/>
          </a:pPr>
          <a:r>
            <a:rPr lang="en-IN" dirty="0"/>
            <a:t>Billing &amp; Payment Remainder</a:t>
          </a:r>
        </a:p>
      </dgm:t>
    </dgm:pt>
    <dgm:pt modelId="{D34559E7-E57C-48F6-BA28-AFF8D1C4F4E0}" type="parTrans" cxnId="{5CBB630F-B89C-49C0-8D3D-8C3F975F5D83}">
      <dgm:prSet/>
      <dgm:spPr/>
      <dgm:t>
        <a:bodyPr/>
        <a:lstStyle/>
        <a:p>
          <a:endParaRPr lang="en-IN"/>
        </a:p>
      </dgm:t>
    </dgm:pt>
    <dgm:pt modelId="{BE815726-5FD0-48E5-8928-89DC8111169C}" type="sibTrans" cxnId="{5CBB630F-B89C-49C0-8D3D-8C3F975F5D83}">
      <dgm:prSet/>
      <dgm:spPr/>
      <dgm:t>
        <a:bodyPr/>
        <a:lstStyle/>
        <a:p>
          <a:endParaRPr lang="en-IN"/>
        </a:p>
      </dgm:t>
    </dgm:pt>
    <dgm:pt modelId="{EE29C712-40D5-46D3-BA46-75CEDAC4CEC9}" type="pres">
      <dgm:prSet presAssocID="{167CC11C-795A-4E6E-A3E0-9E4A88B16E7E}" presName="linear" presStyleCnt="0">
        <dgm:presLayoutVars>
          <dgm:dir/>
          <dgm:animLvl val="lvl"/>
          <dgm:resizeHandles val="exact"/>
        </dgm:presLayoutVars>
      </dgm:prSet>
      <dgm:spPr/>
    </dgm:pt>
    <dgm:pt modelId="{DD8690DB-D741-4E58-BF0D-1704358A8B94}" type="pres">
      <dgm:prSet presAssocID="{6098DC9C-1E9E-42C9-9C12-7C06494E9081}" presName="parentLin" presStyleCnt="0"/>
      <dgm:spPr/>
    </dgm:pt>
    <dgm:pt modelId="{CD6416EA-4624-47C6-B715-07AEB2599378}" type="pres">
      <dgm:prSet presAssocID="{6098DC9C-1E9E-42C9-9C12-7C06494E9081}" presName="parentLeftMargin" presStyleLbl="node1" presStyleIdx="0" presStyleCnt="7"/>
      <dgm:spPr/>
    </dgm:pt>
    <dgm:pt modelId="{A1BE1050-B234-49CC-AF82-FA611D17FDE4}" type="pres">
      <dgm:prSet presAssocID="{6098DC9C-1E9E-42C9-9C12-7C06494E908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CDA2E9A-2248-405C-9B6E-3B93AFB6D3BD}" type="pres">
      <dgm:prSet presAssocID="{6098DC9C-1E9E-42C9-9C12-7C06494E9081}" presName="negativeSpace" presStyleCnt="0"/>
      <dgm:spPr/>
    </dgm:pt>
    <dgm:pt modelId="{DFCB2DDA-D5E5-4A82-92D3-AFC7D6590C6E}" type="pres">
      <dgm:prSet presAssocID="{6098DC9C-1E9E-42C9-9C12-7C06494E9081}" presName="childText" presStyleLbl="conFgAcc1" presStyleIdx="0" presStyleCnt="7">
        <dgm:presLayoutVars>
          <dgm:bulletEnabled val="1"/>
        </dgm:presLayoutVars>
      </dgm:prSet>
      <dgm:spPr/>
    </dgm:pt>
    <dgm:pt modelId="{1069EAFB-3597-4AB8-95C8-FA4A81BF00AF}" type="pres">
      <dgm:prSet presAssocID="{60CF7649-0010-4C28-9B19-C8BDD0D1E327}" presName="spaceBetweenRectangles" presStyleCnt="0"/>
      <dgm:spPr/>
    </dgm:pt>
    <dgm:pt modelId="{D3454439-9284-4EC2-9E36-CF8837F6B6BA}" type="pres">
      <dgm:prSet presAssocID="{164B8745-7800-4BCC-A871-C4567EEA0CCD}" presName="parentLin" presStyleCnt="0"/>
      <dgm:spPr/>
    </dgm:pt>
    <dgm:pt modelId="{5C875EF7-276D-42FC-84DD-5F02151FEB66}" type="pres">
      <dgm:prSet presAssocID="{164B8745-7800-4BCC-A871-C4567EEA0CCD}" presName="parentLeftMargin" presStyleLbl="node1" presStyleIdx="0" presStyleCnt="7"/>
      <dgm:spPr/>
    </dgm:pt>
    <dgm:pt modelId="{929C7577-3213-4BF9-B7A0-D07D7FEBFB50}" type="pres">
      <dgm:prSet presAssocID="{164B8745-7800-4BCC-A871-C4567EEA0CC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B422ECA-BF44-4964-8668-981B52C2CFA5}" type="pres">
      <dgm:prSet presAssocID="{164B8745-7800-4BCC-A871-C4567EEA0CCD}" presName="negativeSpace" presStyleCnt="0"/>
      <dgm:spPr/>
    </dgm:pt>
    <dgm:pt modelId="{ADDBCB1C-231B-4DF9-B3D8-F087D40CFAEF}" type="pres">
      <dgm:prSet presAssocID="{164B8745-7800-4BCC-A871-C4567EEA0CCD}" presName="childText" presStyleLbl="conFgAcc1" presStyleIdx="1" presStyleCnt="7">
        <dgm:presLayoutVars>
          <dgm:bulletEnabled val="1"/>
        </dgm:presLayoutVars>
      </dgm:prSet>
      <dgm:spPr/>
    </dgm:pt>
    <dgm:pt modelId="{68B4C19F-A48A-489A-8ABC-A0EBF440695D}" type="pres">
      <dgm:prSet presAssocID="{864B9A63-A61E-4FBF-922F-628251E3BA53}" presName="spaceBetweenRectangles" presStyleCnt="0"/>
      <dgm:spPr/>
    </dgm:pt>
    <dgm:pt modelId="{1ED825CF-BA4F-4520-8772-0C2F9A0DC21B}" type="pres">
      <dgm:prSet presAssocID="{11A68E6C-B1DD-467D-8CAA-D701719F9839}" presName="parentLin" presStyleCnt="0"/>
      <dgm:spPr/>
    </dgm:pt>
    <dgm:pt modelId="{056683E1-1C55-4369-AB6E-9E1EC1FF116D}" type="pres">
      <dgm:prSet presAssocID="{11A68E6C-B1DD-467D-8CAA-D701719F9839}" presName="parentLeftMargin" presStyleLbl="node1" presStyleIdx="1" presStyleCnt="7"/>
      <dgm:spPr/>
    </dgm:pt>
    <dgm:pt modelId="{EEE9F844-7775-4DC8-8F09-3934D3477A79}" type="pres">
      <dgm:prSet presAssocID="{11A68E6C-B1DD-467D-8CAA-D701719F983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6A473B1-887A-41BB-BA5E-419FA6E91E71}" type="pres">
      <dgm:prSet presAssocID="{11A68E6C-B1DD-467D-8CAA-D701719F9839}" presName="negativeSpace" presStyleCnt="0"/>
      <dgm:spPr/>
    </dgm:pt>
    <dgm:pt modelId="{721C8957-7EC0-4016-91A8-7FE56E222E5E}" type="pres">
      <dgm:prSet presAssocID="{11A68E6C-B1DD-467D-8CAA-D701719F9839}" presName="childText" presStyleLbl="conFgAcc1" presStyleIdx="2" presStyleCnt="7">
        <dgm:presLayoutVars>
          <dgm:bulletEnabled val="1"/>
        </dgm:presLayoutVars>
      </dgm:prSet>
      <dgm:spPr/>
    </dgm:pt>
    <dgm:pt modelId="{F1D1FC79-F9AE-43AA-AF51-C1176616F216}" type="pres">
      <dgm:prSet presAssocID="{E4BC9D5D-54C9-4C72-9D37-DE7C4FC6F685}" presName="spaceBetweenRectangles" presStyleCnt="0"/>
      <dgm:spPr/>
    </dgm:pt>
    <dgm:pt modelId="{5C0D38EB-3751-4E88-AFE5-88B475A84C81}" type="pres">
      <dgm:prSet presAssocID="{04B199F8-CD7E-4D55-9A64-3457F4E28431}" presName="parentLin" presStyleCnt="0"/>
      <dgm:spPr/>
    </dgm:pt>
    <dgm:pt modelId="{9C81D433-FC87-49CB-B0C9-44C7CEF32AF7}" type="pres">
      <dgm:prSet presAssocID="{04B199F8-CD7E-4D55-9A64-3457F4E28431}" presName="parentLeftMargin" presStyleLbl="node1" presStyleIdx="2" presStyleCnt="7"/>
      <dgm:spPr/>
    </dgm:pt>
    <dgm:pt modelId="{A21BD5E8-B3B3-4986-BE7C-A6B5F9125B02}" type="pres">
      <dgm:prSet presAssocID="{04B199F8-CD7E-4D55-9A64-3457F4E2843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F8E80C1-F214-4176-88A1-B9E7B0EA1C43}" type="pres">
      <dgm:prSet presAssocID="{04B199F8-CD7E-4D55-9A64-3457F4E28431}" presName="negativeSpace" presStyleCnt="0"/>
      <dgm:spPr/>
    </dgm:pt>
    <dgm:pt modelId="{64E30B33-EA20-4A1C-8877-0C1F0D367C48}" type="pres">
      <dgm:prSet presAssocID="{04B199F8-CD7E-4D55-9A64-3457F4E28431}" presName="childText" presStyleLbl="conFgAcc1" presStyleIdx="3" presStyleCnt="7">
        <dgm:presLayoutVars>
          <dgm:bulletEnabled val="1"/>
        </dgm:presLayoutVars>
      </dgm:prSet>
      <dgm:spPr/>
    </dgm:pt>
    <dgm:pt modelId="{2CADFF1B-4A40-461D-A892-484FC333616C}" type="pres">
      <dgm:prSet presAssocID="{84BFCCEF-1622-4D92-ABEC-C6E0B98A76FF}" presName="spaceBetweenRectangles" presStyleCnt="0"/>
      <dgm:spPr/>
    </dgm:pt>
    <dgm:pt modelId="{3E40D592-F31E-4111-91D0-FEFE40C5CBF3}" type="pres">
      <dgm:prSet presAssocID="{79D2C4C8-7690-4001-A205-566450FF1F42}" presName="parentLin" presStyleCnt="0"/>
      <dgm:spPr/>
    </dgm:pt>
    <dgm:pt modelId="{1277B281-59EB-4727-BB15-66EA40C9DC29}" type="pres">
      <dgm:prSet presAssocID="{79D2C4C8-7690-4001-A205-566450FF1F42}" presName="parentLeftMargin" presStyleLbl="node1" presStyleIdx="3" presStyleCnt="7"/>
      <dgm:spPr/>
    </dgm:pt>
    <dgm:pt modelId="{E6093FD9-D862-4FF4-AFBC-86BD3FE49D78}" type="pres">
      <dgm:prSet presAssocID="{79D2C4C8-7690-4001-A205-566450FF1F4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D2A2BFD-963E-401E-AE6E-3F6EE9C4469C}" type="pres">
      <dgm:prSet presAssocID="{79D2C4C8-7690-4001-A205-566450FF1F42}" presName="negativeSpace" presStyleCnt="0"/>
      <dgm:spPr/>
    </dgm:pt>
    <dgm:pt modelId="{3EF86FFC-DC7A-4E41-92EA-E70DCA58C55D}" type="pres">
      <dgm:prSet presAssocID="{79D2C4C8-7690-4001-A205-566450FF1F42}" presName="childText" presStyleLbl="conFgAcc1" presStyleIdx="4" presStyleCnt="7">
        <dgm:presLayoutVars>
          <dgm:bulletEnabled val="1"/>
        </dgm:presLayoutVars>
      </dgm:prSet>
      <dgm:spPr/>
    </dgm:pt>
    <dgm:pt modelId="{3A87B3A9-DCC8-48D9-ACBE-8177F83F6BA2}" type="pres">
      <dgm:prSet presAssocID="{3A08C2E9-ADEA-4C12-8175-8614BD27B66E}" presName="spaceBetweenRectangles" presStyleCnt="0"/>
      <dgm:spPr/>
    </dgm:pt>
    <dgm:pt modelId="{342DE24E-BFF7-4182-B9B5-9806E5C5421C}" type="pres">
      <dgm:prSet presAssocID="{C7CD8D47-F613-44E9-8D81-8DC9AADD3DF5}" presName="parentLin" presStyleCnt="0"/>
      <dgm:spPr/>
    </dgm:pt>
    <dgm:pt modelId="{DA0CF294-75B1-4552-87EF-9095EF49C34E}" type="pres">
      <dgm:prSet presAssocID="{C7CD8D47-F613-44E9-8D81-8DC9AADD3DF5}" presName="parentLeftMargin" presStyleLbl="node1" presStyleIdx="4" presStyleCnt="7"/>
      <dgm:spPr/>
    </dgm:pt>
    <dgm:pt modelId="{C4A14F70-5348-4B19-BA36-0829C9D45BF2}" type="pres">
      <dgm:prSet presAssocID="{C7CD8D47-F613-44E9-8D81-8DC9AADD3DF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84E07CD-E110-4959-9723-BC8E57EAA562}" type="pres">
      <dgm:prSet presAssocID="{C7CD8D47-F613-44E9-8D81-8DC9AADD3DF5}" presName="negativeSpace" presStyleCnt="0"/>
      <dgm:spPr/>
    </dgm:pt>
    <dgm:pt modelId="{F68475A0-5DD8-42F5-8001-DD93DFC870F1}" type="pres">
      <dgm:prSet presAssocID="{C7CD8D47-F613-44E9-8D81-8DC9AADD3DF5}" presName="childText" presStyleLbl="conFgAcc1" presStyleIdx="5" presStyleCnt="7">
        <dgm:presLayoutVars>
          <dgm:bulletEnabled val="1"/>
        </dgm:presLayoutVars>
      </dgm:prSet>
      <dgm:spPr/>
    </dgm:pt>
    <dgm:pt modelId="{D4FA0774-D06E-4055-B9AE-22AA6D2BCFBC}" type="pres">
      <dgm:prSet presAssocID="{13558A76-C1FF-40D1-A2AC-00AF1AD7EE80}" presName="spaceBetweenRectangles" presStyleCnt="0"/>
      <dgm:spPr/>
    </dgm:pt>
    <dgm:pt modelId="{AE3DD724-C0AB-43E4-8D6D-0214C25BD15A}" type="pres">
      <dgm:prSet presAssocID="{76D9A8D5-417F-46CD-A6C0-9123167BAB00}" presName="parentLin" presStyleCnt="0"/>
      <dgm:spPr/>
    </dgm:pt>
    <dgm:pt modelId="{D7EF538F-59A6-471E-BD9A-444535ACDECB}" type="pres">
      <dgm:prSet presAssocID="{76D9A8D5-417F-46CD-A6C0-9123167BAB00}" presName="parentLeftMargin" presStyleLbl="node1" presStyleIdx="5" presStyleCnt="7"/>
      <dgm:spPr/>
    </dgm:pt>
    <dgm:pt modelId="{B4414FDA-6E53-4278-969C-2A13B50B5840}" type="pres">
      <dgm:prSet presAssocID="{76D9A8D5-417F-46CD-A6C0-9123167BAB00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6B45D62B-DE06-4DE8-83AA-3D3F8059EA64}" type="pres">
      <dgm:prSet presAssocID="{76D9A8D5-417F-46CD-A6C0-9123167BAB00}" presName="negativeSpace" presStyleCnt="0"/>
      <dgm:spPr/>
    </dgm:pt>
    <dgm:pt modelId="{0B386AA3-0FC8-4560-8B5C-434B70896BB4}" type="pres">
      <dgm:prSet presAssocID="{76D9A8D5-417F-46CD-A6C0-9123167BAB00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42F6AA02-EAEB-4F66-B0A0-1234D8A7E97A}" type="presOf" srcId="{11A68E6C-B1DD-467D-8CAA-D701719F9839}" destId="{056683E1-1C55-4369-AB6E-9E1EC1FF116D}" srcOrd="0" destOrd="0" presId="urn:microsoft.com/office/officeart/2005/8/layout/list1"/>
    <dgm:cxn modelId="{5CBB630F-B89C-49C0-8D3D-8C3F975F5D83}" srcId="{167CC11C-795A-4E6E-A3E0-9E4A88B16E7E}" destId="{76D9A8D5-417F-46CD-A6C0-9123167BAB00}" srcOrd="6" destOrd="0" parTransId="{D34559E7-E57C-48F6-BA28-AFF8D1C4F4E0}" sibTransId="{BE815726-5FD0-48E5-8928-89DC8111169C}"/>
    <dgm:cxn modelId="{9DA54519-FA8E-44A0-B2F6-436F7C23FAF4}" type="presOf" srcId="{6098DC9C-1E9E-42C9-9C12-7C06494E9081}" destId="{A1BE1050-B234-49CC-AF82-FA611D17FDE4}" srcOrd="1" destOrd="0" presId="urn:microsoft.com/office/officeart/2005/8/layout/list1"/>
    <dgm:cxn modelId="{74E5DF1D-C440-4296-BC61-489B7A521195}" type="presOf" srcId="{6098DC9C-1E9E-42C9-9C12-7C06494E9081}" destId="{CD6416EA-4624-47C6-B715-07AEB2599378}" srcOrd="0" destOrd="0" presId="urn:microsoft.com/office/officeart/2005/8/layout/list1"/>
    <dgm:cxn modelId="{A014452C-1B2E-4CCA-BB57-61E98AC53AB3}" type="presOf" srcId="{164B8745-7800-4BCC-A871-C4567EEA0CCD}" destId="{929C7577-3213-4BF9-B7A0-D07D7FEBFB50}" srcOrd="1" destOrd="0" presId="urn:microsoft.com/office/officeart/2005/8/layout/list1"/>
    <dgm:cxn modelId="{1409BB36-B37E-41A5-9B30-C0EA84F98B0A}" type="presOf" srcId="{11A68E6C-B1DD-467D-8CAA-D701719F9839}" destId="{EEE9F844-7775-4DC8-8F09-3934D3477A79}" srcOrd="1" destOrd="0" presId="urn:microsoft.com/office/officeart/2005/8/layout/list1"/>
    <dgm:cxn modelId="{7786DF39-E885-4A1B-B7BA-B799F6F4FD6C}" srcId="{167CC11C-795A-4E6E-A3E0-9E4A88B16E7E}" destId="{04B199F8-CD7E-4D55-9A64-3457F4E28431}" srcOrd="3" destOrd="0" parTransId="{493D8BE9-8F06-462B-A088-A51F682553B7}" sibTransId="{84BFCCEF-1622-4D92-ABEC-C6E0B98A76FF}"/>
    <dgm:cxn modelId="{CC56D841-2602-496A-8396-3DB65B9D4CCD}" type="presOf" srcId="{76D9A8D5-417F-46CD-A6C0-9123167BAB00}" destId="{D7EF538F-59A6-471E-BD9A-444535ACDECB}" srcOrd="0" destOrd="0" presId="urn:microsoft.com/office/officeart/2005/8/layout/list1"/>
    <dgm:cxn modelId="{86BD1D47-3FA6-4329-A12A-F2CA982B5A4C}" type="presOf" srcId="{164B8745-7800-4BCC-A871-C4567EEA0CCD}" destId="{5C875EF7-276D-42FC-84DD-5F02151FEB66}" srcOrd="0" destOrd="0" presId="urn:microsoft.com/office/officeart/2005/8/layout/list1"/>
    <dgm:cxn modelId="{FEE66C69-A2B6-4180-9228-BEFBC17C768D}" srcId="{167CC11C-795A-4E6E-A3E0-9E4A88B16E7E}" destId="{11A68E6C-B1DD-467D-8CAA-D701719F9839}" srcOrd="2" destOrd="0" parTransId="{730DA5D0-9A9A-4D9A-B706-137A8041E25E}" sibTransId="{E4BC9D5D-54C9-4C72-9D37-DE7C4FC6F685}"/>
    <dgm:cxn modelId="{5525C549-F5ED-4DB1-AE4C-91454B139D0D}" srcId="{167CC11C-795A-4E6E-A3E0-9E4A88B16E7E}" destId="{6098DC9C-1E9E-42C9-9C12-7C06494E9081}" srcOrd="0" destOrd="0" parTransId="{C30CAFFC-5C19-45BF-BCD1-E6F5CCDA2A54}" sibTransId="{60CF7649-0010-4C28-9B19-C8BDD0D1E327}"/>
    <dgm:cxn modelId="{E84C6457-6B0D-4936-99FA-694F15F6E570}" srcId="{167CC11C-795A-4E6E-A3E0-9E4A88B16E7E}" destId="{79D2C4C8-7690-4001-A205-566450FF1F42}" srcOrd="4" destOrd="0" parTransId="{4B25EA8B-56BF-4897-9EE6-6C3215C9B592}" sibTransId="{3A08C2E9-ADEA-4C12-8175-8614BD27B66E}"/>
    <dgm:cxn modelId="{6F215190-11FD-416C-AFEE-F03A5CF2CC24}" type="presOf" srcId="{76D9A8D5-417F-46CD-A6C0-9123167BAB00}" destId="{B4414FDA-6E53-4278-969C-2A13B50B5840}" srcOrd="1" destOrd="0" presId="urn:microsoft.com/office/officeart/2005/8/layout/list1"/>
    <dgm:cxn modelId="{D6A538BE-22CE-4335-A3F3-5A531C2D8C9C}" type="presOf" srcId="{167CC11C-795A-4E6E-A3E0-9E4A88B16E7E}" destId="{EE29C712-40D5-46D3-BA46-75CEDAC4CEC9}" srcOrd="0" destOrd="0" presId="urn:microsoft.com/office/officeart/2005/8/layout/list1"/>
    <dgm:cxn modelId="{BC53ECC5-0CEC-4307-A1BC-A75C56D7B70C}" type="presOf" srcId="{79D2C4C8-7690-4001-A205-566450FF1F42}" destId="{E6093FD9-D862-4FF4-AFBC-86BD3FE49D78}" srcOrd="1" destOrd="0" presId="urn:microsoft.com/office/officeart/2005/8/layout/list1"/>
    <dgm:cxn modelId="{59C3C8D0-CB74-422F-9CF3-105C220A8EF6}" type="presOf" srcId="{79D2C4C8-7690-4001-A205-566450FF1F42}" destId="{1277B281-59EB-4727-BB15-66EA40C9DC29}" srcOrd="0" destOrd="0" presId="urn:microsoft.com/office/officeart/2005/8/layout/list1"/>
    <dgm:cxn modelId="{DC9F89D2-11EA-429E-BC9D-D84C0B14E4A0}" type="presOf" srcId="{04B199F8-CD7E-4D55-9A64-3457F4E28431}" destId="{9C81D433-FC87-49CB-B0C9-44C7CEF32AF7}" srcOrd="0" destOrd="0" presId="urn:microsoft.com/office/officeart/2005/8/layout/list1"/>
    <dgm:cxn modelId="{7796BAD3-5610-446E-BEAA-8E98636C2E7E}" srcId="{167CC11C-795A-4E6E-A3E0-9E4A88B16E7E}" destId="{C7CD8D47-F613-44E9-8D81-8DC9AADD3DF5}" srcOrd="5" destOrd="0" parTransId="{7D89EB8F-4886-4AB7-85D6-D9DF3816D5D7}" sibTransId="{13558A76-C1FF-40D1-A2AC-00AF1AD7EE80}"/>
    <dgm:cxn modelId="{D8E904D6-E752-4C9D-8DD9-1BC68E1E64D2}" type="presOf" srcId="{C7CD8D47-F613-44E9-8D81-8DC9AADD3DF5}" destId="{DA0CF294-75B1-4552-87EF-9095EF49C34E}" srcOrd="0" destOrd="0" presId="urn:microsoft.com/office/officeart/2005/8/layout/list1"/>
    <dgm:cxn modelId="{318EABEE-D9A9-45F0-A49D-B2DD74003C95}" type="presOf" srcId="{04B199F8-CD7E-4D55-9A64-3457F4E28431}" destId="{A21BD5E8-B3B3-4986-BE7C-A6B5F9125B02}" srcOrd="1" destOrd="0" presId="urn:microsoft.com/office/officeart/2005/8/layout/list1"/>
    <dgm:cxn modelId="{5DC1C3F5-9358-417E-B10E-F7FE3AA799E9}" srcId="{167CC11C-795A-4E6E-A3E0-9E4A88B16E7E}" destId="{164B8745-7800-4BCC-A871-C4567EEA0CCD}" srcOrd="1" destOrd="0" parTransId="{D231D9BF-0396-415E-87FF-15242C204973}" sibTransId="{864B9A63-A61E-4FBF-922F-628251E3BA53}"/>
    <dgm:cxn modelId="{A61E47F7-254C-4E68-849B-EC944EF461B9}" type="presOf" srcId="{C7CD8D47-F613-44E9-8D81-8DC9AADD3DF5}" destId="{C4A14F70-5348-4B19-BA36-0829C9D45BF2}" srcOrd="1" destOrd="0" presId="urn:microsoft.com/office/officeart/2005/8/layout/list1"/>
    <dgm:cxn modelId="{45CD446C-962E-47A3-8D24-1DA139DC2FFA}" type="presParOf" srcId="{EE29C712-40D5-46D3-BA46-75CEDAC4CEC9}" destId="{DD8690DB-D741-4E58-BF0D-1704358A8B94}" srcOrd="0" destOrd="0" presId="urn:microsoft.com/office/officeart/2005/8/layout/list1"/>
    <dgm:cxn modelId="{2DC4E062-BD97-46D2-8463-BC3CC97D87CA}" type="presParOf" srcId="{DD8690DB-D741-4E58-BF0D-1704358A8B94}" destId="{CD6416EA-4624-47C6-B715-07AEB2599378}" srcOrd="0" destOrd="0" presId="urn:microsoft.com/office/officeart/2005/8/layout/list1"/>
    <dgm:cxn modelId="{50F0AD6C-D0A1-4C39-A56D-EE3C4E5A1320}" type="presParOf" srcId="{DD8690DB-D741-4E58-BF0D-1704358A8B94}" destId="{A1BE1050-B234-49CC-AF82-FA611D17FDE4}" srcOrd="1" destOrd="0" presId="urn:microsoft.com/office/officeart/2005/8/layout/list1"/>
    <dgm:cxn modelId="{7A8F0840-301F-41A3-8592-8533A5B72463}" type="presParOf" srcId="{EE29C712-40D5-46D3-BA46-75CEDAC4CEC9}" destId="{BCDA2E9A-2248-405C-9B6E-3B93AFB6D3BD}" srcOrd="1" destOrd="0" presId="urn:microsoft.com/office/officeart/2005/8/layout/list1"/>
    <dgm:cxn modelId="{3663DB2B-3C17-472E-BC96-1F51C4CCE64B}" type="presParOf" srcId="{EE29C712-40D5-46D3-BA46-75CEDAC4CEC9}" destId="{DFCB2DDA-D5E5-4A82-92D3-AFC7D6590C6E}" srcOrd="2" destOrd="0" presId="urn:microsoft.com/office/officeart/2005/8/layout/list1"/>
    <dgm:cxn modelId="{2712302A-96FA-412B-A06B-94563560C245}" type="presParOf" srcId="{EE29C712-40D5-46D3-BA46-75CEDAC4CEC9}" destId="{1069EAFB-3597-4AB8-95C8-FA4A81BF00AF}" srcOrd="3" destOrd="0" presId="urn:microsoft.com/office/officeart/2005/8/layout/list1"/>
    <dgm:cxn modelId="{5A5267CB-7952-4409-B489-37D85FBBF015}" type="presParOf" srcId="{EE29C712-40D5-46D3-BA46-75CEDAC4CEC9}" destId="{D3454439-9284-4EC2-9E36-CF8837F6B6BA}" srcOrd="4" destOrd="0" presId="urn:microsoft.com/office/officeart/2005/8/layout/list1"/>
    <dgm:cxn modelId="{FBE6DEC6-A45E-44DF-8163-A5D5CAC26662}" type="presParOf" srcId="{D3454439-9284-4EC2-9E36-CF8837F6B6BA}" destId="{5C875EF7-276D-42FC-84DD-5F02151FEB66}" srcOrd="0" destOrd="0" presId="urn:microsoft.com/office/officeart/2005/8/layout/list1"/>
    <dgm:cxn modelId="{EE75F208-5E22-4E8C-890B-FA73E4ACB2E1}" type="presParOf" srcId="{D3454439-9284-4EC2-9E36-CF8837F6B6BA}" destId="{929C7577-3213-4BF9-B7A0-D07D7FEBFB50}" srcOrd="1" destOrd="0" presId="urn:microsoft.com/office/officeart/2005/8/layout/list1"/>
    <dgm:cxn modelId="{AB811187-D670-49C9-A758-A2B77490172A}" type="presParOf" srcId="{EE29C712-40D5-46D3-BA46-75CEDAC4CEC9}" destId="{0B422ECA-BF44-4964-8668-981B52C2CFA5}" srcOrd="5" destOrd="0" presId="urn:microsoft.com/office/officeart/2005/8/layout/list1"/>
    <dgm:cxn modelId="{9F9BD953-9104-432C-8E33-D0C9BC7E7908}" type="presParOf" srcId="{EE29C712-40D5-46D3-BA46-75CEDAC4CEC9}" destId="{ADDBCB1C-231B-4DF9-B3D8-F087D40CFAEF}" srcOrd="6" destOrd="0" presId="urn:microsoft.com/office/officeart/2005/8/layout/list1"/>
    <dgm:cxn modelId="{C5DEB45C-961A-42AD-A202-A045BAFF8FE8}" type="presParOf" srcId="{EE29C712-40D5-46D3-BA46-75CEDAC4CEC9}" destId="{68B4C19F-A48A-489A-8ABC-A0EBF440695D}" srcOrd="7" destOrd="0" presId="urn:microsoft.com/office/officeart/2005/8/layout/list1"/>
    <dgm:cxn modelId="{77847C23-EEBC-4370-86DE-AA57729CCD04}" type="presParOf" srcId="{EE29C712-40D5-46D3-BA46-75CEDAC4CEC9}" destId="{1ED825CF-BA4F-4520-8772-0C2F9A0DC21B}" srcOrd="8" destOrd="0" presId="urn:microsoft.com/office/officeart/2005/8/layout/list1"/>
    <dgm:cxn modelId="{C21040EA-A375-4597-AD0F-CF5823A0193F}" type="presParOf" srcId="{1ED825CF-BA4F-4520-8772-0C2F9A0DC21B}" destId="{056683E1-1C55-4369-AB6E-9E1EC1FF116D}" srcOrd="0" destOrd="0" presId="urn:microsoft.com/office/officeart/2005/8/layout/list1"/>
    <dgm:cxn modelId="{DA15AE66-F50C-4428-99DE-EAE018F2DFE1}" type="presParOf" srcId="{1ED825CF-BA4F-4520-8772-0C2F9A0DC21B}" destId="{EEE9F844-7775-4DC8-8F09-3934D3477A79}" srcOrd="1" destOrd="0" presId="urn:microsoft.com/office/officeart/2005/8/layout/list1"/>
    <dgm:cxn modelId="{A9805794-6CB8-41F6-AF4D-F892D3024606}" type="presParOf" srcId="{EE29C712-40D5-46D3-BA46-75CEDAC4CEC9}" destId="{16A473B1-887A-41BB-BA5E-419FA6E91E71}" srcOrd="9" destOrd="0" presId="urn:microsoft.com/office/officeart/2005/8/layout/list1"/>
    <dgm:cxn modelId="{7B5FB333-7BD2-46B4-83E4-C8BD29C93F32}" type="presParOf" srcId="{EE29C712-40D5-46D3-BA46-75CEDAC4CEC9}" destId="{721C8957-7EC0-4016-91A8-7FE56E222E5E}" srcOrd="10" destOrd="0" presId="urn:microsoft.com/office/officeart/2005/8/layout/list1"/>
    <dgm:cxn modelId="{3A6FDD76-CB2B-4036-8EE1-A42C3BFB4E3E}" type="presParOf" srcId="{EE29C712-40D5-46D3-BA46-75CEDAC4CEC9}" destId="{F1D1FC79-F9AE-43AA-AF51-C1176616F216}" srcOrd="11" destOrd="0" presId="urn:microsoft.com/office/officeart/2005/8/layout/list1"/>
    <dgm:cxn modelId="{0201634B-7951-4A60-9BFF-F4E6D0D75206}" type="presParOf" srcId="{EE29C712-40D5-46D3-BA46-75CEDAC4CEC9}" destId="{5C0D38EB-3751-4E88-AFE5-88B475A84C81}" srcOrd="12" destOrd="0" presId="urn:microsoft.com/office/officeart/2005/8/layout/list1"/>
    <dgm:cxn modelId="{64D55CA2-B743-45F6-8E15-6A29743071B4}" type="presParOf" srcId="{5C0D38EB-3751-4E88-AFE5-88B475A84C81}" destId="{9C81D433-FC87-49CB-B0C9-44C7CEF32AF7}" srcOrd="0" destOrd="0" presId="urn:microsoft.com/office/officeart/2005/8/layout/list1"/>
    <dgm:cxn modelId="{8A947D62-91FD-4DE9-A2C2-931079AE966D}" type="presParOf" srcId="{5C0D38EB-3751-4E88-AFE5-88B475A84C81}" destId="{A21BD5E8-B3B3-4986-BE7C-A6B5F9125B02}" srcOrd="1" destOrd="0" presId="urn:microsoft.com/office/officeart/2005/8/layout/list1"/>
    <dgm:cxn modelId="{8E01BB39-4589-433E-AA94-5926D30EB5EB}" type="presParOf" srcId="{EE29C712-40D5-46D3-BA46-75CEDAC4CEC9}" destId="{EF8E80C1-F214-4176-88A1-B9E7B0EA1C43}" srcOrd="13" destOrd="0" presId="urn:microsoft.com/office/officeart/2005/8/layout/list1"/>
    <dgm:cxn modelId="{F76784B5-D8F5-4F52-8A2C-9777E378EADD}" type="presParOf" srcId="{EE29C712-40D5-46D3-BA46-75CEDAC4CEC9}" destId="{64E30B33-EA20-4A1C-8877-0C1F0D367C48}" srcOrd="14" destOrd="0" presId="urn:microsoft.com/office/officeart/2005/8/layout/list1"/>
    <dgm:cxn modelId="{8C060B86-D2C8-461E-8927-45E1B69EDE8C}" type="presParOf" srcId="{EE29C712-40D5-46D3-BA46-75CEDAC4CEC9}" destId="{2CADFF1B-4A40-461D-A892-484FC333616C}" srcOrd="15" destOrd="0" presId="urn:microsoft.com/office/officeart/2005/8/layout/list1"/>
    <dgm:cxn modelId="{85C2CDF1-393C-41B6-B1C6-BF55ADD90BED}" type="presParOf" srcId="{EE29C712-40D5-46D3-BA46-75CEDAC4CEC9}" destId="{3E40D592-F31E-4111-91D0-FEFE40C5CBF3}" srcOrd="16" destOrd="0" presId="urn:microsoft.com/office/officeart/2005/8/layout/list1"/>
    <dgm:cxn modelId="{9DAFBAC5-B06E-4EE3-9F25-866676D7E3DB}" type="presParOf" srcId="{3E40D592-F31E-4111-91D0-FEFE40C5CBF3}" destId="{1277B281-59EB-4727-BB15-66EA40C9DC29}" srcOrd="0" destOrd="0" presId="urn:microsoft.com/office/officeart/2005/8/layout/list1"/>
    <dgm:cxn modelId="{48CAE7A7-E849-4B19-8C61-815DB94EBA8E}" type="presParOf" srcId="{3E40D592-F31E-4111-91D0-FEFE40C5CBF3}" destId="{E6093FD9-D862-4FF4-AFBC-86BD3FE49D78}" srcOrd="1" destOrd="0" presId="urn:microsoft.com/office/officeart/2005/8/layout/list1"/>
    <dgm:cxn modelId="{D7B05722-3145-48CD-81D5-6966AA199C53}" type="presParOf" srcId="{EE29C712-40D5-46D3-BA46-75CEDAC4CEC9}" destId="{ED2A2BFD-963E-401E-AE6E-3F6EE9C4469C}" srcOrd="17" destOrd="0" presId="urn:microsoft.com/office/officeart/2005/8/layout/list1"/>
    <dgm:cxn modelId="{2E47AF59-4E73-4EF9-9C4A-E868D8DB929F}" type="presParOf" srcId="{EE29C712-40D5-46D3-BA46-75CEDAC4CEC9}" destId="{3EF86FFC-DC7A-4E41-92EA-E70DCA58C55D}" srcOrd="18" destOrd="0" presId="urn:microsoft.com/office/officeart/2005/8/layout/list1"/>
    <dgm:cxn modelId="{D9F2CF24-174C-4C7B-9E5F-131705295CDC}" type="presParOf" srcId="{EE29C712-40D5-46D3-BA46-75CEDAC4CEC9}" destId="{3A87B3A9-DCC8-48D9-ACBE-8177F83F6BA2}" srcOrd="19" destOrd="0" presId="urn:microsoft.com/office/officeart/2005/8/layout/list1"/>
    <dgm:cxn modelId="{598A264D-26D3-48B6-83D7-EDDA66E5759E}" type="presParOf" srcId="{EE29C712-40D5-46D3-BA46-75CEDAC4CEC9}" destId="{342DE24E-BFF7-4182-B9B5-9806E5C5421C}" srcOrd="20" destOrd="0" presId="urn:microsoft.com/office/officeart/2005/8/layout/list1"/>
    <dgm:cxn modelId="{A183FD36-CA79-46AA-BF5F-AB638D85F7E4}" type="presParOf" srcId="{342DE24E-BFF7-4182-B9B5-9806E5C5421C}" destId="{DA0CF294-75B1-4552-87EF-9095EF49C34E}" srcOrd="0" destOrd="0" presId="urn:microsoft.com/office/officeart/2005/8/layout/list1"/>
    <dgm:cxn modelId="{FA67EA7B-A53E-41FB-A249-5442AD8CAB21}" type="presParOf" srcId="{342DE24E-BFF7-4182-B9B5-9806E5C5421C}" destId="{C4A14F70-5348-4B19-BA36-0829C9D45BF2}" srcOrd="1" destOrd="0" presId="urn:microsoft.com/office/officeart/2005/8/layout/list1"/>
    <dgm:cxn modelId="{F92880BF-F4D7-46F5-9ACB-647D49854444}" type="presParOf" srcId="{EE29C712-40D5-46D3-BA46-75CEDAC4CEC9}" destId="{E84E07CD-E110-4959-9723-BC8E57EAA562}" srcOrd="21" destOrd="0" presId="urn:microsoft.com/office/officeart/2005/8/layout/list1"/>
    <dgm:cxn modelId="{EA94A3EA-27A3-4096-B5F2-D7B922E08A19}" type="presParOf" srcId="{EE29C712-40D5-46D3-BA46-75CEDAC4CEC9}" destId="{F68475A0-5DD8-42F5-8001-DD93DFC870F1}" srcOrd="22" destOrd="0" presId="urn:microsoft.com/office/officeart/2005/8/layout/list1"/>
    <dgm:cxn modelId="{344C287C-5659-4E4A-B3E2-5C3FEF446E68}" type="presParOf" srcId="{EE29C712-40D5-46D3-BA46-75CEDAC4CEC9}" destId="{D4FA0774-D06E-4055-B9AE-22AA6D2BCFBC}" srcOrd="23" destOrd="0" presId="urn:microsoft.com/office/officeart/2005/8/layout/list1"/>
    <dgm:cxn modelId="{DFDB67AC-A477-41D9-9D13-D79DBF2A7D9D}" type="presParOf" srcId="{EE29C712-40D5-46D3-BA46-75CEDAC4CEC9}" destId="{AE3DD724-C0AB-43E4-8D6D-0214C25BD15A}" srcOrd="24" destOrd="0" presId="urn:microsoft.com/office/officeart/2005/8/layout/list1"/>
    <dgm:cxn modelId="{2293A43E-50AA-4090-91A2-BC7F9752AF0F}" type="presParOf" srcId="{AE3DD724-C0AB-43E4-8D6D-0214C25BD15A}" destId="{D7EF538F-59A6-471E-BD9A-444535ACDECB}" srcOrd="0" destOrd="0" presId="urn:microsoft.com/office/officeart/2005/8/layout/list1"/>
    <dgm:cxn modelId="{7A5850D8-6C43-44F2-B8FD-7C4998F60831}" type="presParOf" srcId="{AE3DD724-C0AB-43E4-8D6D-0214C25BD15A}" destId="{B4414FDA-6E53-4278-969C-2A13B50B5840}" srcOrd="1" destOrd="0" presId="urn:microsoft.com/office/officeart/2005/8/layout/list1"/>
    <dgm:cxn modelId="{95C1EA51-1561-4C4A-996A-F56FE2855236}" type="presParOf" srcId="{EE29C712-40D5-46D3-BA46-75CEDAC4CEC9}" destId="{6B45D62B-DE06-4DE8-83AA-3D3F8059EA64}" srcOrd="25" destOrd="0" presId="urn:microsoft.com/office/officeart/2005/8/layout/list1"/>
    <dgm:cxn modelId="{01B68BAD-39A6-48E6-9F30-A4DCEB97F576}" type="presParOf" srcId="{EE29C712-40D5-46D3-BA46-75CEDAC4CEC9}" destId="{0B386AA3-0FC8-4560-8B5C-434B70896BB4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B2DDA-D5E5-4A82-92D3-AFC7D6590C6E}">
      <dsp:nvSpPr>
        <dsp:cNvPr id="0" name=""/>
        <dsp:cNvSpPr/>
      </dsp:nvSpPr>
      <dsp:spPr>
        <a:xfrm>
          <a:off x="0" y="2448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E1050-B234-49CC-AF82-FA611D17FDE4}">
      <dsp:nvSpPr>
        <dsp:cNvPr id="0" name=""/>
        <dsp:cNvSpPr/>
      </dsp:nvSpPr>
      <dsp:spPr>
        <a:xfrm>
          <a:off x="320294" y="234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Client Work Request</a:t>
          </a:r>
        </a:p>
      </dsp:txBody>
      <dsp:txXfrm>
        <a:off x="341910" y="45102"/>
        <a:ext cx="4440884" cy="399568"/>
      </dsp:txXfrm>
    </dsp:sp>
    <dsp:sp modelId="{ADDBCB1C-231B-4DF9-B3D8-F087D40CFAEF}">
      <dsp:nvSpPr>
        <dsp:cNvPr id="0" name=""/>
        <dsp:cNvSpPr/>
      </dsp:nvSpPr>
      <dsp:spPr>
        <a:xfrm>
          <a:off x="0" y="9252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C7577-3213-4BF9-B7A0-D07D7FEBFB50}">
      <dsp:nvSpPr>
        <dsp:cNvPr id="0" name=""/>
        <dsp:cNvSpPr/>
      </dsp:nvSpPr>
      <dsp:spPr>
        <a:xfrm>
          <a:off x="320294" y="7038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AI Planner</a:t>
          </a:r>
        </a:p>
      </dsp:txBody>
      <dsp:txXfrm>
        <a:off x="341910" y="725502"/>
        <a:ext cx="4440884" cy="399568"/>
      </dsp:txXfrm>
    </dsp:sp>
    <dsp:sp modelId="{721C8957-7EC0-4016-91A8-7FE56E222E5E}">
      <dsp:nvSpPr>
        <dsp:cNvPr id="0" name=""/>
        <dsp:cNvSpPr/>
      </dsp:nvSpPr>
      <dsp:spPr>
        <a:xfrm>
          <a:off x="0" y="16056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9F844-7775-4DC8-8F09-3934D3477A79}">
      <dsp:nvSpPr>
        <dsp:cNvPr id="0" name=""/>
        <dsp:cNvSpPr/>
      </dsp:nvSpPr>
      <dsp:spPr>
        <a:xfrm>
          <a:off x="320294" y="13842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Admin Review</a:t>
          </a:r>
        </a:p>
      </dsp:txBody>
      <dsp:txXfrm>
        <a:off x="341910" y="1405902"/>
        <a:ext cx="4440884" cy="399568"/>
      </dsp:txXfrm>
    </dsp:sp>
    <dsp:sp modelId="{64E30B33-EA20-4A1C-8877-0C1F0D367C48}">
      <dsp:nvSpPr>
        <dsp:cNvPr id="0" name=""/>
        <dsp:cNvSpPr/>
      </dsp:nvSpPr>
      <dsp:spPr>
        <a:xfrm>
          <a:off x="0" y="22860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BD5E8-B3B3-4986-BE7C-A6B5F9125B02}">
      <dsp:nvSpPr>
        <dsp:cNvPr id="0" name=""/>
        <dsp:cNvSpPr/>
      </dsp:nvSpPr>
      <dsp:spPr>
        <a:xfrm>
          <a:off x="320294" y="20646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Project </a:t>
          </a:r>
          <a:r>
            <a:rPr lang="en-IN" sz="1500" kern="1200" dirty="0" err="1"/>
            <a:t>Kickoff</a:t>
          </a:r>
          <a:endParaRPr lang="en-IN" sz="1500" kern="1200" dirty="0"/>
        </a:p>
      </dsp:txBody>
      <dsp:txXfrm>
        <a:off x="341910" y="2086302"/>
        <a:ext cx="4440884" cy="399568"/>
      </dsp:txXfrm>
    </dsp:sp>
    <dsp:sp modelId="{3EF86FFC-DC7A-4E41-92EA-E70DCA58C55D}">
      <dsp:nvSpPr>
        <dsp:cNvPr id="0" name=""/>
        <dsp:cNvSpPr/>
      </dsp:nvSpPr>
      <dsp:spPr>
        <a:xfrm>
          <a:off x="0" y="29664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093FD9-D862-4FF4-AFBC-86BD3FE49D78}">
      <dsp:nvSpPr>
        <dsp:cNvPr id="0" name=""/>
        <dsp:cNvSpPr/>
      </dsp:nvSpPr>
      <dsp:spPr>
        <a:xfrm>
          <a:off x="320294" y="27450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Production &amp; Delivery</a:t>
          </a:r>
        </a:p>
      </dsp:txBody>
      <dsp:txXfrm>
        <a:off x="341910" y="2766702"/>
        <a:ext cx="4440884" cy="399568"/>
      </dsp:txXfrm>
    </dsp:sp>
    <dsp:sp modelId="{F68475A0-5DD8-42F5-8001-DD93DFC870F1}">
      <dsp:nvSpPr>
        <dsp:cNvPr id="0" name=""/>
        <dsp:cNvSpPr/>
      </dsp:nvSpPr>
      <dsp:spPr>
        <a:xfrm>
          <a:off x="0" y="36468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14F70-5348-4B19-BA36-0829C9D45BF2}">
      <dsp:nvSpPr>
        <dsp:cNvPr id="0" name=""/>
        <dsp:cNvSpPr/>
      </dsp:nvSpPr>
      <dsp:spPr>
        <a:xfrm>
          <a:off x="320294" y="34254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Client Review</a:t>
          </a:r>
        </a:p>
      </dsp:txBody>
      <dsp:txXfrm>
        <a:off x="341910" y="3447102"/>
        <a:ext cx="4440884" cy="399568"/>
      </dsp:txXfrm>
    </dsp:sp>
    <dsp:sp modelId="{0B386AA3-0FC8-4560-8B5C-434B70896BB4}">
      <dsp:nvSpPr>
        <dsp:cNvPr id="0" name=""/>
        <dsp:cNvSpPr/>
      </dsp:nvSpPr>
      <dsp:spPr>
        <a:xfrm>
          <a:off x="0" y="4327286"/>
          <a:ext cx="6405879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14FDA-6E53-4278-969C-2A13B50B5840}">
      <dsp:nvSpPr>
        <dsp:cNvPr id="0" name=""/>
        <dsp:cNvSpPr/>
      </dsp:nvSpPr>
      <dsp:spPr>
        <a:xfrm>
          <a:off x="320294" y="4105886"/>
          <a:ext cx="4484116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89" tIns="0" rIns="16948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Billing &amp; Payment Remainder</a:t>
          </a:r>
        </a:p>
      </dsp:txBody>
      <dsp:txXfrm>
        <a:off x="341910" y="4127502"/>
        <a:ext cx="4440884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10/19/2026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16761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&amp;w=3840&amp;q=75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noProof="0" dirty="0" err="1"/>
              <a:t>EditDesk</a:t>
            </a:r>
            <a:r>
              <a:rPr lang="en-US" altLang="zh-CN" noProof="0" dirty="0"/>
              <a:t> </a:t>
            </a:r>
            <a:r>
              <a:rPr lang="en-US" altLang="zh-CN" sz="2400" noProof="0" dirty="0"/>
              <a:t>(Client Portal)</a:t>
            </a:r>
            <a:endParaRPr lang="en-US" dirty="0"/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CCC8C5F3-0DDC-03C0-E03B-C85247D81C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108998" r="-1"/>
          <a:stretch>
            <a:fillRect/>
          </a:stretch>
        </p:blipFill>
        <p:spPr>
          <a:xfrm rot="5400000">
            <a:off x="-4915683" y="-2629684"/>
            <a:ext cx="14423031" cy="4591665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IN" sz="1400" dirty="0"/>
              <a:t>-Designed for video editors, freelance creatives, and creative agencies.</a:t>
            </a:r>
          </a:p>
          <a:p>
            <a:pPr lvl="0"/>
            <a:r>
              <a:rPr lang="en-IN" sz="1400" dirty="0"/>
              <a:t>-Developed to simplify communication, project tracking, deliverable approvals, and payment management.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9658" y="6089333"/>
            <a:ext cx="2904471" cy="252473"/>
          </a:xfrm>
        </p:spPr>
        <p:txBody>
          <a:bodyPr/>
          <a:lstStyle/>
          <a:p>
            <a:r>
              <a:rPr lang="en-US" dirty="0"/>
              <a:t>Tanishq Mehta | GT 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DD421-0ADB-93B0-ACE0-1A8D32ED940D}"/>
              </a:ext>
            </a:extLst>
          </p:cNvPr>
          <p:cNvSpPr txBox="1"/>
          <p:nvPr/>
        </p:nvSpPr>
        <p:spPr>
          <a:xfrm>
            <a:off x="12536129" y="46113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60CB-001E-8496-62D0-5D43CC95EA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/>
          <a:lstStyle/>
          <a:p>
            <a:r>
              <a:rPr lang="en-US" altLang="zh-CN" dirty="0"/>
              <a:t>Problem Statement and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1B84-89BD-2B29-9220-AC06461FDE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/>
          <a:lstStyle/>
          <a:p>
            <a:r>
              <a:rPr lang="en-US" altLang="zh-CN" dirty="0"/>
              <a:t>Objective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4F4D-50C9-C0AA-0CD2-27EEDB7348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/>
          <a:lstStyle/>
          <a:p>
            <a:r>
              <a:rPr lang="en-US" altLang="zh-CN" dirty="0"/>
              <a:t>Key Features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E4162-7818-C139-F244-D080B1E696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/>
          <a:lstStyle/>
          <a:p>
            <a:r>
              <a:rPr lang="en-US" altLang="zh-CN" dirty="0"/>
              <a:t>Workflow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65370-A3A1-A440-2E55-5BD6DA09C5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/>
          <a:lstStyle/>
          <a:p>
            <a:r>
              <a:rPr lang="en-US" altLang="zh-CN" dirty="0"/>
              <a:t>System Architecture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59B1F0-1D49-2300-A52C-DA663F2DB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/>
          <a:lstStyle/>
          <a:p>
            <a:r>
              <a:rPr lang="en-US" altLang="zh-CN" dirty="0"/>
              <a:t>Future Implementation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58194-D588-91A2-755F-D83C0A3ADED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/>
          <a:lstStyle/>
          <a:p>
            <a:r>
              <a:rPr lang="en-US" altLang="zh-C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3999" y="3000230"/>
            <a:ext cx="6241267" cy="3157929"/>
          </a:xfrm>
        </p:spPr>
        <p:txBody>
          <a:bodyPr lIns="0" tIns="0" rIns="0" bIns="0"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 communication is scattered across WhatsApp, emails, and other platforms.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Time consuming project tracking and deadlines from both client side and freelancers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Difficult to keep track of client feedbacks.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Difficult to manage payment records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proper client brief , clear vision not understandable.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 sharing and client folder management across platform.</a:t>
            </a:r>
          </a:p>
        </p:txBody>
      </p:sp>
      <p:pic>
        <p:nvPicPr>
          <p:cNvPr id="2" name="Picture 1" descr="Problem Solving Story | Kaizen | Six Sigma | Lean Management | Training &amp;  Consulting | Operational Excellence">
            <a:extLst>
              <a:ext uri="{FF2B5EF4-FFF2-40B4-BE49-F238E27FC236}">
                <a16:creationId xmlns:a16="http://schemas.microsoft.com/office/drawing/2014/main" id="{756BEB0A-F103-28C7-4B32-A02C6599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338" y="1133130"/>
            <a:ext cx="4788004" cy="4788004"/>
          </a:xfrm>
          <a:prstGeom prst="rect">
            <a:avLst/>
          </a:prstGeom>
        </p:spPr>
      </p:pic>
      <p:pic>
        <p:nvPicPr>
          <p:cNvPr id="7" name="Picture 6" descr="23% small &amp; medium businesses choose freelancers over hiring, you?">
            <a:extLst>
              <a:ext uri="{FF2B5EF4-FFF2-40B4-BE49-F238E27FC236}">
                <a16:creationId xmlns:a16="http://schemas.microsoft.com/office/drawing/2014/main" id="{85C36A63-71B1-F3CE-B86F-B919D77A2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t="13579" r="-331" b="27245"/>
          <a:stretch>
            <a:fillRect/>
          </a:stretch>
        </p:blipFill>
        <p:spPr>
          <a:xfrm>
            <a:off x="843999" y="940074"/>
            <a:ext cx="3197437" cy="123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C84E8-BACD-FBE6-C56A-B8B552B5C5B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511366"/>
            <a:ext cx="3914265" cy="515847"/>
          </a:xfrm>
        </p:spPr>
        <p:txBody>
          <a:bodyPr/>
          <a:lstStyle/>
          <a:p>
            <a:r>
              <a:rPr lang="en-IN" dirty="0"/>
              <a:t>Centralized portal for both freelancers and clients.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546DB-CA6C-E612-08C2-89B8638C82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3151688"/>
            <a:ext cx="3914265" cy="1254664"/>
          </a:xfrm>
        </p:spPr>
        <p:txBody>
          <a:bodyPr/>
          <a:lstStyle/>
          <a:p>
            <a:r>
              <a:rPr lang="en-US" altLang="zh-CN" dirty="0"/>
              <a:t>Real time project information and work status and </a:t>
            </a:r>
            <a:r>
              <a:rPr lang="en-IN" altLang="zh-CN" dirty="0"/>
              <a:t>o</a:t>
            </a:r>
            <a:r>
              <a:rPr lang="en-IN" dirty="0"/>
              <a:t>rganized deliverable reviews and revision tracking.</a:t>
            </a:r>
          </a:p>
          <a:p>
            <a:endParaRPr lang="en-US" altLang="zh-C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30C09-CC0E-1243-8359-70DF63D24E5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/>
          <a:lstStyle/>
          <a:p>
            <a:r>
              <a:rPr lang="en-US" altLang="zh-CN" dirty="0"/>
              <a:t>Automation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F5885-A010-6AC0-50BD-EB95048A01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/>
          <a:lstStyle/>
          <a:p>
            <a:r>
              <a:rPr lang="en-US" dirty="0"/>
              <a:t>Invoice Generator , Google Drive Automation , </a:t>
            </a:r>
          </a:p>
          <a:p>
            <a:r>
              <a:rPr lang="en-US" dirty="0"/>
              <a:t>Payment Balance Calculations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A21DF-28FF-8FFE-C51B-4D6D19EE635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39531" y="2253442"/>
            <a:ext cx="3914265" cy="515847"/>
          </a:xfrm>
        </p:spPr>
        <p:txBody>
          <a:bodyPr/>
          <a:lstStyle/>
          <a:p>
            <a:r>
              <a:rPr lang="en-US" altLang="zh-CN" dirty="0"/>
              <a:t>AI Planner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348E58-CD9C-672E-4F3B-BE0DDC7C1D7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39531" y="2893764"/>
            <a:ext cx="3914265" cy="1254664"/>
          </a:xfrm>
        </p:spPr>
        <p:txBody>
          <a:bodyPr/>
          <a:lstStyle/>
          <a:p>
            <a:r>
              <a:rPr lang="en-US" altLang="zh-CN" dirty="0"/>
              <a:t>AI Brief Generation from simple text and AI Cost Estimation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7EB481-D1FA-3D28-9949-AF57E1382C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/>
          <a:lstStyle/>
          <a:p>
            <a:r>
              <a:rPr lang="en-US" altLang="zh-CN" dirty="0"/>
              <a:t>Email Updates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3B6AA4-603E-2BD4-C9B7-1AF155EB065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/>
          <a:lstStyle/>
          <a:p>
            <a:r>
              <a:rPr lang="en-US" dirty="0"/>
              <a:t>Admin : New Request; Deliverable Approve/Revision/Reject</a:t>
            </a:r>
          </a:p>
          <a:p>
            <a:r>
              <a:rPr lang="en-US" dirty="0"/>
              <a:t>Client : Work Request Approve/Reject ; Deliverable Upload ; Payment Reminder</a:t>
            </a:r>
          </a:p>
        </p:txBody>
      </p:sp>
      <p:pic>
        <p:nvPicPr>
          <p:cNvPr id="11" name="Picture 10" descr="Solution - Free electronics icons">
            <a:extLst>
              <a:ext uri="{FF2B5EF4-FFF2-40B4-BE49-F238E27FC236}">
                <a16:creationId xmlns:a16="http://schemas.microsoft.com/office/drawing/2014/main" id="{2E697317-3FDE-8ADB-DC15-B05852050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059" y="200080"/>
            <a:ext cx="1808831" cy="180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2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89980E-2D9C-FF2D-D108-59614A21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59" y="1451188"/>
            <a:ext cx="5896338" cy="986415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 sz="3600" dirty="0"/>
              <a:t>Objective</a:t>
            </a:r>
            <a:endParaRPr lang="en-US" sz="3600" dirty="0"/>
          </a:p>
        </p:txBody>
      </p:sp>
      <p:pic>
        <p:nvPicPr>
          <p:cNvPr id="4" name="Picture Placeholder 3" descr="High-five in a workspace.">
            <a:extLst>
              <a:ext uri="{FF2B5EF4-FFF2-40B4-BE49-F238E27FC236}">
                <a16:creationId xmlns:a16="http://schemas.microsoft.com/office/drawing/2014/main" id="{7A1F2087-E6D4-5E3B-784F-100A98C293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7817927" y="1741226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D5F751B-A025-C6A9-70C5-52C734EF6598}"/>
              </a:ext>
            </a:extLst>
          </p:cNvPr>
          <p:cNvSpPr txBox="1">
            <a:spLocks/>
          </p:cNvSpPr>
          <p:nvPr/>
        </p:nvSpPr>
        <p:spPr>
          <a:xfrm>
            <a:off x="844000" y="2868150"/>
            <a:ext cx="6241267" cy="3157929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</a:pPr>
            <a:r>
              <a:rPr lang="en-US" altLang="zh-CN" dirty="0"/>
              <a:t>Simplify client–editor communication.</a:t>
            </a:r>
          </a:p>
          <a:p>
            <a:pPr marL="285750" indent="-285750">
              <a:lnSpc>
                <a:spcPct val="100000"/>
              </a:lnSpc>
            </a:pPr>
            <a:r>
              <a:rPr lang="en-US" altLang="zh-CN" dirty="0"/>
              <a:t>Improve project and deadline management.</a:t>
            </a:r>
          </a:p>
          <a:p>
            <a:pPr marL="285750" indent="-285750">
              <a:lnSpc>
                <a:spcPct val="100000"/>
              </a:lnSpc>
            </a:pPr>
            <a:r>
              <a:rPr lang="en-US" altLang="zh-CN" dirty="0"/>
              <a:t>Automate repetitive administrative tasks.</a:t>
            </a:r>
          </a:p>
          <a:p>
            <a:pPr marL="285750" indent="-285750">
              <a:lnSpc>
                <a:spcPct val="100000"/>
              </a:lnSpc>
            </a:pPr>
            <a:r>
              <a:rPr lang="en-US" altLang="zh-CN" dirty="0"/>
              <a:t>Make payments and invoices more transparent.</a:t>
            </a:r>
          </a:p>
          <a:p>
            <a:pPr marL="285750" indent="-285750">
              <a:lnSpc>
                <a:spcPct val="100000"/>
              </a:lnSpc>
            </a:pPr>
            <a:r>
              <a:rPr lang="en-US" altLang="zh-CN" dirty="0"/>
              <a:t>Reduce confusion during revisions and approvals.</a:t>
            </a:r>
          </a:p>
          <a:p>
            <a:pPr marL="285750" indent="-285750">
              <a:lnSpc>
                <a:spcPct val="100000"/>
              </a:lnSpc>
            </a:pPr>
            <a:r>
              <a:rPr lang="en-US" altLang="zh-CN" dirty="0"/>
              <a:t>Use AI to improve project scoping and planning. </a:t>
            </a:r>
          </a:p>
        </p:txBody>
      </p:sp>
    </p:spTree>
    <p:extLst>
      <p:ext uri="{BB962C8B-B14F-4D97-AF65-F5344CB8AC3E}">
        <p14:creationId xmlns:p14="http://schemas.microsoft.com/office/powerpoint/2010/main" val="318647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E8F9D9-6D90-40C5-6832-49420648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Key </a:t>
            </a:r>
            <a:br>
              <a:rPr lang="en-US" dirty="0"/>
            </a:br>
            <a:r>
              <a:rPr lang="en-US" dirty="0"/>
              <a:t>Features</a:t>
            </a:r>
            <a:endParaRPr lang="en-C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D6538B-1A48-73D0-0FDB-71C2C58024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225" y="5152864"/>
            <a:ext cx="5889827" cy="126871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Features that helps both client and freelancer</a:t>
            </a:r>
            <a:endParaRPr lang="en-US" dirty="0"/>
          </a:p>
        </p:txBody>
      </p:sp>
      <p:pic>
        <p:nvPicPr>
          <p:cNvPr id="4" name="Picture Placeholder 3" descr="Person using tablet">
            <a:extLst>
              <a:ext uri="{FF2B5EF4-FFF2-40B4-BE49-F238E27FC236}">
                <a16:creationId xmlns:a16="http://schemas.microsoft.com/office/drawing/2014/main" id="{3ED24B98-B22E-039A-78A4-894C6D3366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98261" y="167440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44"/>
            </a:stretch>
          </a:blipFill>
        </p:spPr>
      </p:pic>
    </p:spTree>
    <p:extLst>
      <p:ext uri="{BB962C8B-B14F-4D97-AF65-F5344CB8AC3E}">
        <p14:creationId xmlns:p14="http://schemas.microsoft.com/office/powerpoint/2010/main" val="350717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0E21-1FBA-8F91-6CC9-74BD4C27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altLang="zh-CN" noProof="0" dirty="0"/>
              <a:t>AI Brief Planner and AI Cost Estimation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F7094-0E53-38D8-3A56-3B8D20EA8C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/>
          <a:lstStyle/>
          <a:p>
            <a:r>
              <a:rPr lang="en-US" altLang="zh-CN" dirty="0"/>
              <a:t>Innovation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D82B5-5917-0591-91AC-CAC0617C5B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/>
          <a:lstStyle/>
          <a:p>
            <a:r>
              <a:rPr lang="en-IN" dirty="0"/>
              <a:t>Our AI Brief Planner uses Google Gemini API to turn client requirements into a clear project brief. It finds missing details, asks questions, suggests deadlines, and recommends suitable file formats.</a:t>
            </a:r>
            <a:endParaRPr lang="en-US" altLang="zh-C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AF8F0-DA24-94FD-74CB-F0A88463579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/>
          <a:lstStyle/>
          <a:p>
            <a:r>
              <a:rPr lang="en-IN" dirty="0"/>
              <a:t>Time Efficiency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10E8ED-C15F-1A5D-EE4B-B6AB67F6019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/>
          <a:lstStyle/>
          <a:p>
            <a:r>
              <a:rPr lang="en-IN" dirty="0"/>
              <a:t>It reduces manual work by helping admins prepare project briefs, estimate costs, and plan project timelines faster.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BE3074-C8A4-64ED-A64C-7B647A525A8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/>
          <a:lstStyle/>
          <a:p>
            <a:r>
              <a:rPr lang="en-IN" dirty="0"/>
              <a:t>Smart Cost Estimation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0E1D1E-6681-7AF1-109C-0FCF158F2F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/>
          <a:lstStyle/>
          <a:p>
            <a:r>
              <a:rPr lang="en-IN" dirty="0"/>
              <a:t>Our AI estimates project costs by identifying keywords in client requests and matching them with a predefined rate chart.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AA871C-7A5D-D97E-37EC-87D4669E3C8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/>
          <a:lstStyle/>
          <a:p>
            <a:r>
              <a:rPr lang="en-US" altLang="zh-CN" dirty="0"/>
              <a:t>Customer Focus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14405D-1D80-18E7-008C-B60F5389C38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/>
          <a:lstStyle/>
          <a:p>
            <a:r>
              <a:rPr lang="en-IN" dirty="0"/>
              <a:t>It helps clients share their requirements clearly and understand the expected cost, timeline, and deliverables, making the overall process easier and smoother.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9AA14A-AEA5-DFBC-94E2-F1A56CE7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99" b="25276"/>
          <a:stretch>
            <a:fillRect/>
          </a:stretch>
        </p:blipFill>
        <p:spPr>
          <a:xfrm>
            <a:off x="7769763" y="1989614"/>
            <a:ext cx="4191615" cy="19445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A5F726-C79A-E314-E348-194F7D41D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62" y="4213539"/>
            <a:ext cx="4191615" cy="214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6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EB4036-D65C-7971-663C-7C1FD90D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88" y="1677595"/>
            <a:ext cx="3494314" cy="1569102"/>
          </a:xfrm>
        </p:spPr>
        <p:txBody>
          <a:bodyPr anchor="ctr"/>
          <a:lstStyle/>
          <a:p>
            <a:r>
              <a:rPr lang="en-IN" b="1" dirty="0"/>
              <a:t>Google Drive Automation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6273B-F8DF-C22E-9661-614DFF4B28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8602" y="1275385"/>
            <a:ext cx="6843732" cy="2483504"/>
          </a:xfrm>
        </p:spPr>
        <p:txBody>
          <a:bodyPr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Integrates with Google Drive API v3.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Automatically creates dedicated client folders.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Also has quick deliverable for admin panel.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manual file organization and repetitive setup work.</a:t>
            </a:r>
          </a:p>
        </p:txBody>
      </p:sp>
      <p:pic>
        <p:nvPicPr>
          <p:cNvPr id="2" name="Graphic 1" descr="Google Drive - Wikipedia">
            <a:extLst>
              <a:ext uri="{FF2B5EF4-FFF2-40B4-BE49-F238E27FC236}">
                <a16:creationId xmlns:a16="http://schemas.microsoft.com/office/drawing/2014/main" id="{DF436CED-417C-7EA8-125E-4FF1858F6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8930" y="328430"/>
            <a:ext cx="1944736" cy="180131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DA31A6BB-EC32-2330-3797-8476FF561A24}"/>
              </a:ext>
            </a:extLst>
          </p:cNvPr>
          <p:cNvSpPr txBox="1">
            <a:spLocks/>
          </p:cNvSpPr>
          <p:nvPr/>
        </p:nvSpPr>
        <p:spPr>
          <a:xfrm>
            <a:off x="7518020" y="4120576"/>
            <a:ext cx="3494314" cy="156910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Email Updates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14AF62E-56A0-0ABA-C34B-B76B591CF821}"/>
              </a:ext>
            </a:extLst>
          </p:cNvPr>
          <p:cNvSpPr txBox="1">
            <a:spLocks/>
          </p:cNvSpPr>
          <p:nvPr/>
        </p:nvSpPr>
        <p:spPr>
          <a:xfrm>
            <a:off x="904542" y="3712061"/>
            <a:ext cx="6843732" cy="24835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Admin: View and manage new work requests.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Admin: Approve, request revisions, or reject deliverables.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Client: Approve or reject work requests and upload deliverables.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Client: Receive payment reminders and track pending payments.</a:t>
            </a:r>
          </a:p>
        </p:txBody>
      </p:sp>
    </p:spTree>
    <p:extLst>
      <p:ext uri="{BB962C8B-B14F-4D97-AF65-F5344CB8AC3E}">
        <p14:creationId xmlns:p14="http://schemas.microsoft.com/office/powerpoint/2010/main" val="416022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2171-0149-6E48-D511-9AFD9804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B9DABB-A83C-F205-5F2F-8D4F764F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1894" y="-196768"/>
            <a:ext cx="7269853" cy="5194161"/>
          </a:xfrm>
        </p:spPr>
        <p:txBody>
          <a:bodyPr anchor="ctr"/>
          <a:lstStyle/>
          <a:p>
            <a:pPr algn="ctr"/>
            <a:r>
              <a:rPr lang="en-IN" dirty="0"/>
              <a:t>Deliverables, Revisions &amp; Payment Management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D0B96-CD38-E14B-4AA8-7B5DAB654D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85" y="1737641"/>
            <a:ext cx="6843732" cy="5194161"/>
          </a:xfrm>
        </p:spPr>
        <p:txBody>
          <a:bodyPr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Supports video/image uploads and external file links.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Centralizes deliverable reviews, approvals, and revision requests.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Maintains revision history and client feedback for clear communication.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Automatically generates professional PDF invoices.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Tracks advance payments and calculates the remaining balance.</a:t>
            </a:r>
          </a:p>
        </p:txBody>
      </p:sp>
      <p:pic>
        <p:nvPicPr>
          <p:cNvPr id="5" name="Picture 4" descr="The seven key characteristics of a project">
            <a:extLst>
              <a:ext uri="{FF2B5EF4-FFF2-40B4-BE49-F238E27FC236}">
                <a16:creationId xmlns:a16="http://schemas.microsoft.com/office/drawing/2014/main" id="{61B82E2A-379B-A776-CB8A-D71158707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134" y="1953206"/>
            <a:ext cx="3806355" cy="266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5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64F2A9-06E1-8444-9E11-49A4C089E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24091"/>
            <a:ext cx="6896100" cy="900896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 dirty="0"/>
              <a:t>Workflow</a:t>
            </a:r>
            <a:endParaRPr lang="en-C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3F6DD04-B325-8226-A3C1-764C01E4C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4787774"/>
              </p:ext>
            </p:extLst>
          </p:nvPr>
        </p:nvGraphicFramePr>
        <p:xfrm>
          <a:off x="2687320" y="1224987"/>
          <a:ext cx="6405880" cy="4728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478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AB89-C4DD-6520-90D1-771E2960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altLang="zh-CN" noProof="0" dirty="0"/>
              <a:t>System Architecture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2AFE2-DF4C-B355-CA06-68F460D4B1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246088"/>
            <a:ext cx="3838002" cy="594981"/>
          </a:xfrm>
        </p:spPr>
        <p:txBody>
          <a:bodyPr/>
          <a:lstStyle/>
          <a:p>
            <a:r>
              <a:rPr lang="en-US" altLang="zh-CN" dirty="0"/>
              <a:t>Frontend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6737D-2DAF-4010-731C-07EAEA40BFC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/>
          <a:lstStyle/>
          <a:p>
            <a:r>
              <a:rPr lang="en-IN" dirty="0"/>
              <a:t>React provides the user interface for administrators and clients.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20992-D83F-84B1-0346-EC905CBCE27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395794" y="4587531"/>
            <a:ext cx="3838002" cy="540892"/>
          </a:xfrm>
        </p:spPr>
        <p:txBody>
          <a:bodyPr/>
          <a:lstStyle/>
          <a:p>
            <a:r>
              <a:rPr lang="en-US" altLang="zh-CN" dirty="0"/>
              <a:t>Authentication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FD80BA-324C-F0E5-7C77-90E9F94DD5A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177066"/>
            <a:ext cx="3838000" cy="1193638"/>
          </a:xfrm>
        </p:spPr>
        <p:txBody>
          <a:bodyPr/>
          <a:lstStyle/>
          <a:p>
            <a:r>
              <a:rPr lang="en-IN" dirty="0"/>
              <a:t>Firebase manages user authentication and real-time data synchronization.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5851328-4DEE-2242-B843-D197DCBA9CFE}"/>
              </a:ext>
            </a:extLst>
          </p:cNvPr>
          <p:cNvSpPr txBox="1">
            <a:spLocks/>
          </p:cNvSpPr>
          <p:nvPr/>
        </p:nvSpPr>
        <p:spPr>
          <a:xfrm>
            <a:off x="1373451" y="3393128"/>
            <a:ext cx="3838002" cy="59498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Backend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6F8E034-B161-37D5-BC43-EC304864BE8A}"/>
              </a:ext>
            </a:extLst>
          </p:cNvPr>
          <p:cNvSpPr txBox="1">
            <a:spLocks/>
          </p:cNvSpPr>
          <p:nvPr/>
        </p:nvSpPr>
        <p:spPr>
          <a:xfrm>
            <a:off x="1373453" y="4021145"/>
            <a:ext cx="3838000" cy="13130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Express.js handles API requests and application logic.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BF2EDBB-584F-35BA-1B50-0FE2860465BE}"/>
              </a:ext>
            </a:extLst>
          </p:cNvPr>
          <p:cNvSpPr txBox="1">
            <a:spLocks/>
          </p:cNvSpPr>
          <p:nvPr/>
        </p:nvSpPr>
        <p:spPr>
          <a:xfrm>
            <a:off x="6262432" y="2246088"/>
            <a:ext cx="3838002" cy="59498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AI Service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C5C93E5-7FE0-F27B-919A-88D72FF47D52}"/>
              </a:ext>
            </a:extLst>
          </p:cNvPr>
          <p:cNvSpPr txBox="1">
            <a:spLocks/>
          </p:cNvSpPr>
          <p:nvPr/>
        </p:nvSpPr>
        <p:spPr>
          <a:xfrm>
            <a:off x="6262434" y="2874105"/>
            <a:ext cx="3838000" cy="13130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Gemini </a:t>
            </a:r>
            <a:r>
              <a:rPr lang="en-IN" dirty="0" err="1"/>
              <a:t>analyzes</a:t>
            </a:r>
            <a:r>
              <a:rPr lang="en-IN" dirty="0"/>
              <a:t> client briefs and assists with project planning.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D153B44-F102-DACA-FB8C-653200BD850C}"/>
              </a:ext>
            </a:extLst>
          </p:cNvPr>
          <p:cNvSpPr txBox="1">
            <a:spLocks/>
          </p:cNvSpPr>
          <p:nvPr/>
        </p:nvSpPr>
        <p:spPr>
          <a:xfrm>
            <a:off x="6262430" y="3420027"/>
            <a:ext cx="3838002" cy="59498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Cloud Integration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D8F5198-7CDA-88EE-BF76-09AE39ED4D0B}"/>
              </a:ext>
            </a:extLst>
          </p:cNvPr>
          <p:cNvSpPr txBox="1">
            <a:spLocks/>
          </p:cNvSpPr>
          <p:nvPr/>
        </p:nvSpPr>
        <p:spPr>
          <a:xfrm>
            <a:off x="6262432" y="4048044"/>
            <a:ext cx="3838000" cy="13130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Google Drive manages client folders and file organization.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39470CC9-6041-5F7F-8632-904ECF9B6BDA}"/>
              </a:ext>
            </a:extLst>
          </p:cNvPr>
          <p:cNvSpPr txBox="1">
            <a:spLocks/>
          </p:cNvSpPr>
          <p:nvPr/>
        </p:nvSpPr>
        <p:spPr>
          <a:xfrm>
            <a:off x="6262430" y="4587531"/>
            <a:ext cx="3838002" cy="54089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Database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9DC0B792-7B88-5736-7997-B29B8E60F827}"/>
              </a:ext>
            </a:extLst>
          </p:cNvPr>
          <p:cNvSpPr txBox="1">
            <a:spLocks/>
          </p:cNvSpPr>
          <p:nvPr/>
        </p:nvSpPr>
        <p:spPr>
          <a:xfrm>
            <a:off x="6272590" y="5177066"/>
            <a:ext cx="3838000" cy="11936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MongoDB stores project, deliverable, and work request information.</a:t>
            </a:r>
            <a:endParaRPr lang="en-US" dirty="0"/>
          </a:p>
        </p:txBody>
      </p:sp>
      <p:pic>
        <p:nvPicPr>
          <p:cNvPr id="29" name="Picture 28" descr="Compute system architecture | imec">
            <a:extLst>
              <a:ext uri="{FF2B5EF4-FFF2-40B4-BE49-F238E27FC236}">
                <a16:creationId xmlns:a16="http://schemas.microsoft.com/office/drawing/2014/main" id="{11DDACDE-18FA-75A6-734A-5CFA25F2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37" y="355901"/>
            <a:ext cx="2585488" cy="205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6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B7BD93-A683-8329-EE7A-30862571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66" y="-2256199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 dirty="0"/>
              <a:t>Future Implementation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D16F86-6C7C-399D-C4D1-699E2EDC11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9577" y="2794640"/>
            <a:ext cx="5889827" cy="2803519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Expand </a:t>
            </a:r>
            <a:r>
              <a:rPr lang="en-IN" sz="1600" dirty="0" err="1"/>
              <a:t>EditDesk</a:t>
            </a:r>
            <a:r>
              <a:rPr lang="en-IN" sz="1600" dirty="0"/>
              <a:t> to support multiple creative teams and agencies.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AI financial analytics and revenue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Automated Payment Reminders: Notify clients about pending payments and upcoming due 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Chat: Enable direct communication between clients and editors within the portal.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Google Auth Login from client and 2FA.</a:t>
            </a:r>
          </a:p>
        </p:txBody>
      </p:sp>
      <p:pic>
        <p:nvPicPr>
          <p:cNvPr id="4" name="Picture Placeholder 3" descr="Person stepping in stairs">
            <a:extLst>
              <a:ext uri="{FF2B5EF4-FFF2-40B4-BE49-F238E27FC236}">
                <a16:creationId xmlns:a16="http://schemas.microsoft.com/office/drawing/2014/main" id="{6D573313-22C7-2B0C-5939-5BCB47E62D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6883862" y="669510"/>
            <a:ext cx="3902491" cy="3902491"/>
          </a:xfrm>
          <a:blipFill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689187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215DBC-5D74-7158-E1CC-6D8A61C1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468BE-E9D1-11B5-98A6-AC6AC963C5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anchor="ctr">
            <a:normAutofit/>
          </a:bodyPr>
          <a:lstStyle/>
          <a:p>
            <a:r>
              <a:rPr lang="en-IN" dirty="0" err="1"/>
              <a:t>EditDesk</a:t>
            </a:r>
            <a:r>
              <a:rPr lang="en-IN" dirty="0"/>
              <a:t> brings project management, client communication, deliverable approvals, and payment tracking together on a single platform. Its AI Brief Planner transforms rough client requirements into structured project briefs, while automation reduces administrative workload and improves workflow efficiency. Overall, </a:t>
            </a:r>
            <a:r>
              <a:rPr lang="en-IN" dirty="0" err="1"/>
              <a:t>EditDesk</a:t>
            </a:r>
            <a:r>
              <a:rPr lang="en-IN" dirty="0"/>
              <a:t> aims to make creative collaboration more transparent, organized, and professional.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0752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2560" y="960594"/>
            <a:ext cx="6537324" cy="4550732"/>
          </a:xfrm>
        </p:spPr>
        <p:txBody>
          <a:bodyPr/>
          <a:lstStyle/>
          <a:p>
            <a:r>
              <a:rPr lang="en-US" altLang="zh-CN" sz="9600" dirty="0"/>
              <a:t>Thank you</a:t>
            </a:r>
            <a:endParaRPr lang="en-US" sz="9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5BFA5-EF51-8777-E26E-CA105A05DA11}"/>
              </a:ext>
            </a:extLst>
          </p:cNvPr>
          <p:cNvSpPr txBox="1"/>
          <p:nvPr/>
        </p:nvSpPr>
        <p:spPr>
          <a:xfrm>
            <a:off x="5831840" y="621628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Tanishq Mehta – D25IT120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38C396E-0174-0CF4-57B9-E2CCC7E9FE19}"/>
              </a:ext>
            </a:extLst>
          </p:cNvPr>
          <p:cNvSpPr txBox="1">
            <a:spLocks/>
          </p:cNvSpPr>
          <p:nvPr/>
        </p:nvSpPr>
        <p:spPr>
          <a:xfrm>
            <a:off x="5394960" y="1112994"/>
            <a:ext cx="6537324" cy="45507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2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688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Franklin Gothic Heavy</vt:lpstr>
      <vt:lpstr>Custom</vt:lpstr>
      <vt:lpstr>EditDesk (Client Portal)</vt:lpstr>
      <vt:lpstr>CONTENTS</vt:lpstr>
      <vt:lpstr>Problem Statement</vt:lpstr>
      <vt:lpstr>Solution</vt:lpstr>
      <vt:lpstr>Objective</vt:lpstr>
      <vt:lpstr>Key  Features</vt:lpstr>
      <vt:lpstr>AI Brief Planner and AI Cost Estimation</vt:lpstr>
      <vt:lpstr>Google Drive Automation</vt:lpstr>
      <vt:lpstr>Deliverables, Revisions &amp; Payment Management</vt:lpstr>
      <vt:lpstr>Workflow</vt:lpstr>
      <vt:lpstr>System Architecture</vt:lpstr>
      <vt:lpstr>Future Implementation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Tanishq Mehta</cp:lastModifiedBy>
  <cp:revision>13</cp:revision>
  <dcterms:created xsi:type="dcterms:W3CDTF">2026-10-14T18:05:37Z</dcterms:created>
  <dcterms:modified xsi:type="dcterms:W3CDTF">2026-10-19T15:04:02Z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